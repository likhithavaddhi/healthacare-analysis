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6"/>
  </p:notesMasterIdLst>
  <p:handoutMasterIdLst>
    <p:handoutMasterId r:id="rId17"/>
  </p:handoutMasterIdLst>
  <p:sldIdLst>
    <p:sldId id="338" r:id="rId5"/>
    <p:sldId id="327" r:id="rId6"/>
    <p:sldId id="315" r:id="rId7"/>
    <p:sldId id="329" r:id="rId8"/>
    <p:sldId id="302" r:id="rId9"/>
    <p:sldId id="339" r:id="rId10"/>
    <p:sldId id="342" r:id="rId11"/>
    <p:sldId id="343" r:id="rId12"/>
    <p:sldId id="341" r:id="rId13"/>
    <p:sldId id="340" r:id="rId14"/>
    <p:sldId id="30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9/22/2026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9/22/2026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9/22/2026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hyperlink" Target="https://gihub.com/Likhithavaddhi/Healthacare-analysis/tree/main"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Likhithavaddhi/Healthacare-analysis/tree/main" TargetMode="External"/><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400089" cy="861497"/>
          </a:xfrm>
        </p:spPr>
        <p:txBody>
          <a:bodyPr>
            <a:normAutofit fontScale="85000" lnSpcReduction="10000"/>
          </a:bodyPr>
          <a:lstStyle/>
          <a:p>
            <a:pPr algn="r"/>
            <a:r>
              <a:rPr lang="en-US" b="0" dirty="0">
                <a:solidFill>
                  <a:schemeClr val="tx1"/>
                </a:solidFill>
              </a:rPr>
              <a:t>LIKHITHA VADDHI </a:t>
            </a:r>
          </a:p>
          <a:p>
            <a:pPr algn="r"/>
            <a:r>
              <a:rPr lang="en-IN" b="0" dirty="0">
                <a:solidFill>
                  <a:schemeClr val="tx1"/>
                </a:solidFill>
              </a:rPr>
              <a:t>STU6825ae98cff401747299992</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12871" y="2050553"/>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8F303911-AA89-B6DB-31F7-2B913B05D231}"/>
              </a:ext>
            </a:extLst>
          </p:cNvPr>
          <p:cNvSpPr txBox="1"/>
          <p:nvPr/>
        </p:nvSpPr>
        <p:spPr>
          <a:xfrm>
            <a:off x="8966718" y="2183363"/>
            <a:ext cx="2519266" cy="338554"/>
          </a:xfrm>
          <a:prstGeom prst="rect">
            <a:avLst/>
          </a:prstGeom>
          <a:noFill/>
        </p:spPr>
        <p:txBody>
          <a:bodyPr wrap="square" rtlCol="0">
            <a:spAutoFit/>
          </a:bodyPr>
          <a:lstStyle/>
          <a:p>
            <a:r>
              <a:rPr lang="en-IN" sz="1600" dirty="0"/>
              <a:t>HEALTH CARE ANALYSIS</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92500" lnSpcReduction="20000"/>
          </a:bodyPr>
          <a:lstStyle/>
          <a:p>
            <a:pPr>
              <a:lnSpc>
                <a:spcPct val="100000"/>
              </a:lnSpc>
            </a:pPr>
            <a:r>
              <a:rPr lang="en-IN" sz="2800" b="1" dirty="0"/>
              <a:t>Healthcare organizations generate large amounts of patient and visit-related data. Without systematic analysis, it can be difficult to understand patterns in doctor visits and the factors associated with healthcare utilization. This project </a:t>
            </a:r>
            <a:r>
              <a:rPr lang="en-IN" sz="2800" b="1" dirty="0" err="1"/>
              <a:t>analyzes</a:t>
            </a:r>
            <a:r>
              <a:rPr lang="en-IN" sz="2800" b="1" dirty="0"/>
              <a:t> doctor visit data to identify patterns related to demographics, income, illness, health status, chronic conditions, and healthcare coverage.</a:t>
            </a:r>
            <a:endParaRPr lang="en-IN" sz="2800" dirty="0"/>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IN" sz="2200" dirty="0"/>
              <a:t>Healthcare Analytics for Doctor Visits is a data analytics project that examines patient and healthcare utilization data to understand doctor visit patterns. The project involves data cleaning, exploratory data analysis, statistical analysis, correlation analysis, and visualization. The insights can support healthcare organizations in understanding utilization patterns and planning resources more effectively.</a:t>
            </a:r>
            <a:br>
              <a:rPr lang="en-GB" sz="2200" dirty="0"/>
            </a:br>
            <a:endParaRPr lang="en-IN" sz="22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0000" lnSpcReduction="20000"/>
          </a:bodyPr>
          <a:lstStyle/>
          <a:p>
            <a:pPr algn="just">
              <a:lnSpc>
                <a:spcPct val="150000"/>
              </a:lnSpc>
            </a:pPr>
            <a:r>
              <a:rPr lang="en-US" sz="3600" dirty="0"/>
              <a:t>• Hospitals and Healthcare Organizations</a:t>
            </a:r>
          </a:p>
          <a:p>
            <a:pPr algn="just">
              <a:lnSpc>
                <a:spcPct val="150000"/>
              </a:lnSpc>
            </a:pPr>
            <a:r>
              <a:rPr lang="en-US" sz="3600" dirty="0"/>
              <a:t>• Healthcare Administrators</a:t>
            </a:r>
          </a:p>
          <a:p>
            <a:pPr algn="just">
              <a:lnSpc>
                <a:spcPct val="150000"/>
              </a:lnSpc>
            </a:pPr>
            <a:r>
              <a:rPr lang="en-US" sz="3600" dirty="0"/>
              <a:t>• Doctors and Care Teams</a:t>
            </a:r>
          </a:p>
          <a:p>
            <a:pPr algn="just">
              <a:lnSpc>
                <a:spcPct val="150000"/>
              </a:lnSpc>
            </a:pPr>
            <a:r>
              <a:rPr lang="en-US" sz="3600" dirty="0"/>
              <a:t>• Healthcare Analysts</a:t>
            </a:r>
          </a:p>
          <a:p>
            <a:pPr algn="just">
              <a:lnSpc>
                <a:spcPct val="150000"/>
              </a:lnSpc>
            </a:pPr>
            <a:r>
              <a:rPr lang="en-US" sz="3600" dirty="0"/>
              <a:t>• Healthcare Researchers</a:t>
            </a:r>
          </a:p>
          <a:p>
            <a:pPr algn="just">
              <a:lnSpc>
                <a:spcPct val="150000"/>
              </a:lnSpc>
            </a:pPr>
            <a:r>
              <a:rPr lang="en-US" sz="3600" dirty="0"/>
              <a:t>• Policy and Planning Teams</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Python</a:t>
            </a:r>
          </a:p>
          <a:p>
            <a:pPr lvl="1">
              <a:lnSpc>
                <a:spcPct val="150000"/>
              </a:lnSpc>
            </a:pPr>
            <a:r>
              <a:rPr lang="en-IN" dirty="0"/>
              <a:t>Pandas</a:t>
            </a:r>
          </a:p>
          <a:p>
            <a:pPr lvl="1">
              <a:lnSpc>
                <a:spcPct val="150000"/>
              </a:lnSpc>
            </a:pPr>
            <a:r>
              <a:rPr lang="en-IN" dirty="0"/>
              <a:t>NumPy</a:t>
            </a:r>
          </a:p>
          <a:p>
            <a:pPr lvl="1">
              <a:lnSpc>
                <a:spcPct val="150000"/>
              </a:lnSpc>
            </a:pPr>
            <a:r>
              <a:rPr lang="en-IN" dirty="0"/>
              <a:t>Matplotlib</a:t>
            </a:r>
          </a:p>
          <a:p>
            <a:pPr lvl="1">
              <a:lnSpc>
                <a:spcPct val="150000"/>
              </a:lnSpc>
            </a:pPr>
            <a:r>
              <a:rPr lang="en-IN" dirty="0"/>
              <a:t>Seaborn</a:t>
            </a:r>
          </a:p>
          <a:p>
            <a:pPr lvl="1">
              <a:lnSpc>
                <a:spcPct val="150000"/>
              </a:lnSpc>
            </a:pPr>
            <a:r>
              <a:rPr lang="en-IN" dirty="0"/>
              <a:t>Google </a:t>
            </a:r>
            <a:r>
              <a:rPr lang="en-IN" dirty="0" err="1"/>
              <a:t>Colab</a:t>
            </a:r>
            <a:endParaRPr lang="en-IN" dirty="0"/>
          </a:p>
          <a:p>
            <a:pPr lvl="1">
              <a:lnSpc>
                <a:spcPct val="150000"/>
              </a:lnSpc>
            </a:pPr>
            <a:r>
              <a:rPr lang="en-IN" dirty="0"/>
              <a:t>CSV Dataset</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r>
              <a:rPr lang="en-US" dirty="0"/>
              <a:t> </a:t>
            </a:r>
            <a:endParaRPr lang="en-IN" dirty="0"/>
          </a:p>
        </p:txBody>
      </p:sp>
      <p:pic>
        <p:nvPicPr>
          <p:cNvPr id="6" name="Picture 5">
            <a:extLst>
              <a:ext uri="{FF2B5EF4-FFF2-40B4-BE49-F238E27FC236}">
                <a16:creationId xmlns:a16="http://schemas.microsoft.com/office/drawing/2014/main" id="{B1921B6F-BBBD-120D-E819-08CC33B1C597}"/>
              </a:ext>
            </a:extLst>
          </p:cNvPr>
          <p:cNvPicPr>
            <a:picLocks noChangeAspect="1"/>
          </p:cNvPicPr>
          <p:nvPr/>
        </p:nvPicPr>
        <p:blipFill>
          <a:blip r:embed="rId3"/>
          <a:stretch>
            <a:fillRect/>
          </a:stretch>
        </p:blipFill>
        <p:spPr>
          <a:xfrm>
            <a:off x="666649" y="1275371"/>
            <a:ext cx="7022606" cy="4297689"/>
          </a:xfrm>
          <a:prstGeom prst="rect">
            <a:avLst/>
          </a:prstGeom>
        </p:spPr>
      </p:pic>
      <p:pic>
        <p:nvPicPr>
          <p:cNvPr id="12" name="Picture 11">
            <a:extLst>
              <a:ext uri="{FF2B5EF4-FFF2-40B4-BE49-F238E27FC236}">
                <a16:creationId xmlns:a16="http://schemas.microsoft.com/office/drawing/2014/main" id="{FF73BE88-95B7-46DD-8B86-5F73390716DC}"/>
              </a:ext>
            </a:extLst>
          </p:cNvPr>
          <p:cNvPicPr>
            <a:picLocks noChangeAspect="1"/>
          </p:cNvPicPr>
          <p:nvPr/>
        </p:nvPicPr>
        <p:blipFill rotWithShape="1">
          <a:blip r:embed="rId2"/>
          <a:srcRect t="96181"/>
          <a:stretch/>
        </p:blipFill>
        <p:spPr>
          <a:xfrm>
            <a:off x="1163795" y="6008162"/>
            <a:ext cx="2143125" cy="19304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5101B-A413-1836-CE7B-88AB48969EA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55408C9-B4B8-53D0-F9A4-C788B526394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6638351-1F3D-302C-520B-186E61CAA83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7896877-FF0D-D618-CBBC-1F6A26FD602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02655E3-9CB2-0A2D-B86D-2FD1E77CF82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C0A17A06-BDD3-AD08-2CBC-373CD9C26C50}"/>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10" name="Text Placeholder 1">
            <a:extLst>
              <a:ext uri="{FF2B5EF4-FFF2-40B4-BE49-F238E27FC236}">
                <a16:creationId xmlns:a16="http://schemas.microsoft.com/office/drawing/2014/main" id="{399C9D43-9968-F6E3-0512-AEF1C53CBEE1}"/>
              </a:ext>
            </a:extLst>
          </p:cNvPr>
          <p:cNvSpPr>
            <a:spLocks noGrp="1"/>
          </p:cNvSpPr>
          <p:nvPr>
            <p:ph type="body" sz="quarter" idx="12"/>
          </p:nvPr>
        </p:nvSpPr>
        <p:spPr>
          <a:xfrm>
            <a:off x="807164" y="1431693"/>
            <a:ext cx="4275138" cy="477520"/>
          </a:xfrm>
        </p:spPr>
        <p:txBody>
          <a:bodyPr/>
          <a:lstStyle/>
          <a:p>
            <a:pPr marL="0" indent="0">
              <a:buNone/>
            </a:pPr>
            <a:r>
              <a:rPr lang="en-US" dirty="0"/>
              <a:t> </a:t>
            </a:r>
            <a:endParaRPr lang="en-IN" dirty="0"/>
          </a:p>
        </p:txBody>
      </p:sp>
      <p:pic>
        <p:nvPicPr>
          <p:cNvPr id="6" name="Picture 5">
            <a:extLst>
              <a:ext uri="{FF2B5EF4-FFF2-40B4-BE49-F238E27FC236}">
                <a16:creationId xmlns:a16="http://schemas.microsoft.com/office/drawing/2014/main" id="{730EED9F-D1C9-6523-0727-74622C691552}"/>
              </a:ext>
            </a:extLst>
          </p:cNvPr>
          <p:cNvPicPr>
            <a:picLocks noChangeAspect="1"/>
          </p:cNvPicPr>
          <p:nvPr/>
        </p:nvPicPr>
        <p:blipFill>
          <a:blip r:embed="rId3"/>
          <a:stretch>
            <a:fillRect/>
          </a:stretch>
        </p:blipFill>
        <p:spPr>
          <a:xfrm>
            <a:off x="675957" y="1284940"/>
            <a:ext cx="6437389" cy="4297689"/>
          </a:xfrm>
          <a:prstGeom prst="rect">
            <a:avLst/>
          </a:prstGeom>
        </p:spPr>
      </p:pic>
      <p:sp>
        <p:nvSpPr>
          <p:cNvPr id="12" name="TextBox 11">
            <a:extLst>
              <a:ext uri="{FF2B5EF4-FFF2-40B4-BE49-F238E27FC236}">
                <a16:creationId xmlns:a16="http://schemas.microsoft.com/office/drawing/2014/main" id="{BCE17F36-C83B-8CC7-E2C2-69FB1D44C745}"/>
              </a:ext>
            </a:extLst>
          </p:cNvPr>
          <p:cNvSpPr txBox="1"/>
          <p:nvPr/>
        </p:nvSpPr>
        <p:spPr>
          <a:xfrm>
            <a:off x="422959" y="5829775"/>
            <a:ext cx="7016621" cy="923330"/>
          </a:xfrm>
          <a:prstGeom prst="rect">
            <a:avLst/>
          </a:prstGeom>
          <a:noFill/>
        </p:spPr>
        <p:txBody>
          <a:bodyPr wrap="square">
            <a:spAutoFit/>
          </a:bodyPr>
          <a:lstStyle/>
          <a:p>
            <a:r>
              <a:rPr lang="en-IN" dirty="0">
                <a:hlinkClick r:id="rId4"/>
              </a:rPr>
              <a:t>https://gihub.com/Likhithavaddhi/Healthacare-analysis/tree/main</a:t>
            </a:r>
            <a:endParaRPr lang="en-IN" dirty="0"/>
          </a:p>
          <a:p>
            <a:endParaRPr lang="en-IN" dirty="0"/>
          </a:p>
        </p:txBody>
      </p:sp>
    </p:spTree>
    <p:extLst>
      <p:ext uri="{BB962C8B-B14F-4D97-AF65-F5344CB8AC3E}">
        <p14:creationId xmlns:p14="http://schemas.microsoft.com/office/powerpoint/2010/main" val="2268936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45A38-E32A-AB42-1644-FB4377E99A7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B531842-184F-4154-5705-AC19C0A170E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6FF81BC-EF10-D18A-A381-A9D710F5140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4101D38-AF57-BCF3-FCAB-35C51213966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7659C2-43F9-265F-09D0-FB8F0EE7D7D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34829578-33F7-0CB2-D7E6-03FC95D1ECD9}"/>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38B3A86A-E500-5600-8E54-3C8BCEE237F7}"/>
              </a:ext>
            </a:extLst>
          </p:cNvPr>
          <p:cNvSpPr>
            <a:spLocks noGrp="1"/>
          </p:cNvSpPr>
          <p:nvPr>
            <p:ph type="body" sz="quarter" idx="12"/>
          </p:nvPr>
        </p:nvSpPr>
        <p:spPr>
          <a:xfrm>
            <a:off x="807164" y="1431693"/>
            <a:ext cx="4275138" cy="477520"/>
          </a:xfrm>
        </p:spPr>
        <p:txBody>
          <a:bodyPr/>
          <a:lstStyle/>
          <a:p>
            <a:pPr marL="0" indent="0">
              <a:buNone/>
            </a:pPr>
            <a:r>
              <a:rPr lang="en-US" dirty="0"/>
              <a:t> </a:t>
            </a:r>
            <a:endParaRPr lang="en-IN" dirty="0"/>
          </a:p>
        </p:txBody>
      </p:sp>
      <p:pic>
        <p:nvPicPr>
          <p:cNvPr id="3" name="Picture 2">
            <a:extLst>
              <a:ext uri="{FF2B5EF4-FFF2-40B4-BE49-F238E27FC236}">
                <a16:creationId xmlns:a16="http://schemas.microsoft.com/office/drawing/2014/main" id="{BE015D24-5DBF-9D6F-2A5E-0234EC35C936}"/>
              </a:ext>
            </a:extLst>
          </p:cNvPr>
          <p:cNvPicPr>
            <a:picLocks noChangeAspect="1"/>
          </p:cNvPicPr>
          <p:nvPr/>
        </p:nvPicPr>
        <p:blipFill>
          <a:blip r:embed="rId4"/>
          <a:stretch>
            <a:fillRect/>
          </a:stretch>
        </p:blipFill>
        <p:spPr>
          <a:xfrm>
            <a:off x="675957" y="1252044"/>
            <a:ext cx="7059182" cy="5532131"/>
          </a:xfrm>
          <a:prstGeom prst="rect">
            <a:avLst/>
          </a:prstGeom>
        </p:spPr>
      </p:pic>
    </p:spTree>
    <p:extLst>
      <p:ext uri="{BB962C8B-B14F-4D97-AF65-F5344CB8AC3E}">
        <p14:creationId xmlns:p14="http://schemas.microsoft.com/office/powerpoint/2010/main" val="1788874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5CEA8-64AE-0000-DBFA-DC0748840FF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5634A97-1DF3-8F30-EA3B-B66CFEF2329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BD2202B-4295-2769-7E2F-25445E87233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00D5843-49FB-7DCD-6876-E0028651A28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36067B59-8415-1F82-A77C-3B8A8468C675}"/>
              </a:ext>
            </a:extLst>
          </p:cNvPr>
          <p:cNvSpPr txBox="1">
            <a:spLocks/>
          </p:cNvSpPr>
          <p:nvPr/>
        </p:nvSpPr>
        <p:spPr>
          <a:xfrm>
            <a:off x="613724" y="5865680"/>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400" b="0" u="sng" dirty="0">
                <a:solidFill>
                  <a:srgbClr val="0070C0"/>
                </a:solidFill>
              </a:rPr>
              <a:t>https://github.com/Likhithavaddhi/Healthacare-analysis/tree/main</a:t>
            </a:r>
          </a:p>
        </p:txBody>
      </p:sp>
      <p:sp>
        <p:nvSpPr>
          <p:cNvPr id="10" name="Text Placeholder 1">
            <a:extLst>
              <a:ext uri="{FF2B5EF4-FFF2-40B4-BE49-F238E27FC236}">
                <a16:creationId xmlns:a16="http://schemas.microsoft.com/office/drawing/2014/main" id="{01183DEC-064D-0BE5-3454-8B1046045BC7}"/>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C9E0AAAF-44F6-CE30-0466-9ABDA88CE3B9}"/>
              </a:ext>
            </a:extLst>
          </p:cNvPr>
          <p:cNvPicPr>
            <a:picLocks noChangeAspect="1"/>
          </p:cNvPicPr>
          <p:nvPr/>
        </p:nvPicPr>
        <p:blipFill>
          <a:blip r:embed="rId2"/>
          <a:stretch>
            <a:fillRect/>
          </a:stretch>
        </p:blipFill>
        <p:spPr>
          <a:xfrm>
            <a:off x="675957" y="992320"/>
            <a:ext cx="7521592" cy="4648603"/>
          </a:xfrm>
          <a:prstGeom prst="rect">
            <a:avLst/>
          </a:prstGeom>
        </p:spPr>
      </p:pic>
    </p:spTree>
    <p:extLst>
      <p:ext uri="{BB962C8B-B14F-4D97-AF65-F5344CB8AC3E}">
        <p14:creationId xmlns:p14="http://schemas.microsoft.com/office/powerpoint/2010/main" val="1453038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2455A-3DE8-E44D-ECCE-49CB42F8F66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1C39605-FF26-3DB4-620F-302B0AC9A12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FA6E13D-D97F-FE88-A394-CC54CCBA975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BB495EC-FEFB-66AF-E1DA-19517552653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B49DAB2-AF2F-E147-4C2B-DD287008AA7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B22BE729-8F03-328D-BDA0-9FAF55EE24AD}"/>
              </a:ext>
            </a:extLst>
          </p:cNvPr>
          <p:cNvSpPr txBox="1">
            <a:spLocks/>
          </p:cNvSpPr>
          <p:nvPr/>
        </p:nvSpPr>
        <p:spPr>
          <a:xfrm>
            <a:off x="422959" y="5737443"/>
            <a:ext cx="2981643" cy="830997"/>
          </a:xfrm>
          <a:prstGeom prst="rect">
            <a:avLst/>
          </a:prstGeom>
        </p:spPr>
        <p:txBody>
          <a:bodyPr vert="horz" lIns="91440" tIns="45720" rIns="91440" bIns="45720" rtlCol="0" anchor="t">
            <a:normAutofit fontScale="325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GB" sz="2000" b="0" u="sng" dirty="0">
              <a:solidFill>
                <a:srgbClr val="0070C0"/>
              </a:solidFill>
            </a:endParaRPr>
          </a:p>
          <a:p>
            <a:r>
              <a:rPr lang="en-IN" b="0" u="sng" dirty="0">
                <a:solidFill>
                  <a:srgbClr val="0070C0"/>
                </a:solidFill>
              </a:rPr>
              <a:t>https://github.com/Likhithavaddhi/Healthacare-analysis/tree/main</a:t>
            </a:r>
          </a:p>
        </p:txBody>
      </p:sp>
      <p:sp>
        <p:nvSpPr>
          <p:cNvPr id="10" name="Text Placeholder 1">
            <a:extLst>
              <a:ext uri="{FF2B5EF4-FFF2-40B4-BE49-F238E27FC236}">
                <a16:creationId xmlns:a16="http://schemas.microsoft.com/office/drawing/2014/main" id="{2280F938-7BFF-80ED-58E1-6C5FC9C76BEA}"/>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7DCF2952-A57F-BD2B-0A1E-AC07A4CF7FE6}"/>
              </a:ext>
            </a:extLst>
          </p:cNvPr>
          <p:cNvPicPr>
            <a:picLocks noChangeAspect="1"/>
          </p:cNvPicPr>
          <p:nvPr/>
        </p:nvPicPr>
        <p:blipFill>
          <a:blip r:embed="rId3"/>
          <a:stretch>
            <a:fillRect/>
          </a:stretch>
        </p:blipFill>
        <p:spPr>
          <a:xfrm>
            <a:off x="578518" y="1201586"/>
            <a:ext cx="8497036" cy="4663844"/>
          </a:xfrm>
          <a:prstGeom prst="rect">
            <a:avLst/>
          </a:prstGeom>
        </p:spPr>
      </p:pic>
    </p:spTree>
    <p:extLst>
      <p:ext uri="{BB962C8B-B14F-4D97-AF65-F5344CB8AC3E}">
        <p14:creationId xmlns:p14="http://schemas.microsoft.com/office/powerpoint/2010/main" val="921971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r>
              <a:rPr lang="en-IN" dirty="0"/>
              <a:t>GITHUB LINK : </a:t>
            </a:r>
          </a:p>
        </p:txBody>
      </p:sp>
      <p:sp>
        <p:nvSpPr>
          <p:cNvPr id="4" name="TextBox 3">
            <a:extLst>
              <a:ext uri="{FF2B5EF4-FFF2-40B4-BE49-F238E27FC236}">
                <a16:creationId xmlns:a16="http://schemas.microsoft.com/office/drawing/2014/main" id="{13297AAE-78FD-4D92-70A8-059417D54881}"/>
              </a:ext>
            </a:extLst>
          </p:cNvPr>
          <p:cNvSpPr txBox="1"/>
          <p:nvPr/>
        </p:nvSpPr>
        <p:spPr>
          <a:xfrm>
            <a:off x="3727865" y="4403159"/>
            <a:ext cx="4576380" cy="923330"/>
          </a:xfrm>
          <a:prstGeom prst="rect">
            <a:avLst/>
          </a:prstGeom>
          <a:noFill/>
        </p:spPr>
        <p:txBody>
          <a:bodyPr wrap="square">
            <a:spAutoFit/>
          </a:bodyPr>
          <a:lstStyle/>
          <a:p>
            <a:r>
              <a:rPr lang="en-IN" dirty="0">
                <a:hlinkClick r:id="rId3"/>
              </a:rPr>
              <a:t>https://github.com/Likhithavaddhi/Healthacare-analysis/tree/main</a:t>
            </a:r>
            <a:endParaRPr lang="en-IN" dirty="0"/>
          </a:p>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570</TotalTime>
  <Words>246</Words>
  <Application>Microsoft Office PowerPoint</Application>
  <PresentationFormat>Widescreen</PresentationFormat>
  <Paragraphs>41</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Trebuchet MS</vt:lpstr>
      <vt:lpstr>Wingdings</vt:lpstr>
      <vt:lpstr>Wingdings 3</vt:lpstr>
      <vt:lpstr>Facet</vt:lpstr>
      <vt:lpstr>Project Title -</vt:lpstr>
      <vt:lpstr>PROBLEM  STATEMENT</vt:lpstr>
      <vt:lpstr>Project Description  Healthcare Analytics for Doctor Visits is a data analytics project that examines patient and healthcare utilization data to understand doctor visit patterns. The project involves data cleaning, exploratory data analysis, statistical analysis, correlation analysis, and visualization. The insights can support healthcare organizations in understanding utilization patterns and planning resources more effectively. </vt:lpstr>
      <vt:lpstr>WHO ARE THE END USERS?</vt:lpstr>
      <vt:lpstr>Technology Used</vt:lpstr>
      <vt:lpstr>RESULTS </vt:lpstr>
      <vt:lpstr>RESULTS </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LIKHITHA VADDHI</cp:lastModifiedBy>
  <cp:revision>74</cp:revision>
  <dcterms:created xsi:type="dcterms:W3CDTF">2021-07-11T13:13:15Z</dcterms:created>
  <dcterms:modified xsi:type="dcterms:W3CDTF">2026-09-22T15:05:03Z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